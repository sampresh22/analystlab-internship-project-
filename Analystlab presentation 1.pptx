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2D42"/>
    <a:srgbClr val="2F3E46"/>
    <a:srgbClr val="F5F5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8" d="100"/>
          <a:sy n="58" d="100"/>
        </p:scale>
        <p:origin x="2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BA690-D957-52FA-489F-6670A21B4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7190EA-08E9-7CA2-DA0E-8195793A6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A2B40-D612-9F39-6BC6-E76E7194B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3D53-8F28-47B0-8C38-281B46BFEC4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8F21F-898E-C924-AE0E-93101ED8E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990B-D991-06F3-3424-5281F9290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901B0-81FB-4DE4-843F-9AF24F398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124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1747F-3870-0FC4-2DE0-009D38FA3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9DC90-9169-DB38-DB4A-D07DA98F3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75A3E-08F1-C50F-3E48-8D477F911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3D53-8F28-47B0-8C38-281B46BFEC4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05125-98F5-ED5C-B9B2-549313EC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87FD3-4631-99A9-633D-018D6F6B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901B0-81FB-4DE4-843F-9AF24F398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57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0E027-80B9-3741-57F0-97D6A2E54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EA714-F365-E2C0-497A-9D3CE151C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487DD-298F-8F9A-CDF2-5E1DE399D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3D53-8F28-47B0-8C38-281B46BFEC4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3FF29-857E-2ED1-48CE-BB21B2DAA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82F1A-3B8C-F2A3-981A-A2AD6F092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901B0-81FB-4DE4-843F-9AF24F398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0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A8740-050B-42F2-9F25-175150BA8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0795F-B683-3C9B-F83F-80D6F95BE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C4BD7-0E4F-9B93-8B49-490D5532A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45BFA-12BA-B1AE-9B11-C7754DF42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3D53-8F28-47B0-8C38-281B46BFEC4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923F63-547E-7153-4D98-5A06E9C5B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3D76E-B00B-CCCD-8BEC-B7D305331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901B0-81FB-4DE4-843F-9AF24F398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06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F2A48-872A-AF7D-5A2A-36D65F21B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3B636-D330-F2BD-65E7-8C2481D9D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B25C3-9F74-F9DD-2DBB-20DE34D1E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799EB1-C503-3515-C9AA-E58D51D1A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38C34A-48A7-EDF8-0595-765C0AA2A6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403D1F-ED4D-DEFD-1BE6-F6D16771D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3D53-8F28-47B0-8C38-281B46BFEC4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AA846C-512D-9800-4591-C6C538467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59E8F8-A372-66B1-198D-F562BC34E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901B0-81FB-4DE4-843F-9AF24F398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09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649EB-3424-56CB-0161-0C4ECA6BF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D27411-D70D-1864-3382-76E8A634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3D53-8F28-47B0-8C38-281B46BFEC4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9F637-E345-FC06-93C2-80E9B62A2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705A6D-849C-BDE7-152E-EC0A361F9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901B0-81FB-4DE4-843F-9AF24F398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3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1D4B1-39D3-9C7C-6BB6-DC4076B53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3D53-8F28-47B0-8C38-281B46BFEC4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ACACB-1815-00CF-73F5-AD3A2322A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AE610-85CA-4AAE-3D06-40348CCD7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901B0-81FB-4DE4-843F-9AF24F398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257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2D968-30E3-5790-625A-836797C64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CBA12-6B39-EE53-87E6-242D1017B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6417E-A890-CC85-D058-B99AE7644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638E8-2EE1-B572-BA0F-2D0BB9F92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3D53-8F28-47B0-8C38-281B46BFEC4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16349-4C44-0C0E-2D96-3A6F98ED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66461-B597-2303-CF31-D5C65D8DE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901B0-81FB-4DE4-843F-9AF24F398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3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65085-2BDC-E581-3E77-DEC171336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6D6FDD-708B-FB9E-7AF4-2B81BE3B6D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5E7CDD-78E6-FD17-D27D-A0AE8313B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BEC47-8307-60F8-D298-86D16C8DF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3D53-8F28-47B0-8C38-281B46BFEC4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DF09CA-F9E7-FD83-75E2-FF2A9F535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C1211-41A8-6CB1-4F7C-BE135AF4F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901B0-81FB-4DE4-843F-9AF24F398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4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50AB6-4598-680D-D02E-9F5270945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F121A-4D59-069D-9D88-E78E6739A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1D1A2-FC5A-22C0-0D5B-FD2237917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3D53-8F28-47B0-8C38-281B46BFEC4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54065-5AB9-A0C6-AD9E-85DF42E5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405C3-38D1-8275-510D-61A7F96D3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901B0-81FB-4DE4-843F-9AF24F398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84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7F46E6-87CC-9222-37D8-9BC01FC11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6F39F7-0123-1E59-0EDF-8DC030694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EC77E-01C8-3376-9F82-B3DA2FEC8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3D53-8F28-47B0-8C38-281B46BFEC4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AB0A1-AD76-161C-B82A-E03387BB0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7F172-0EF4-035F-AD74-B5273C328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901B0-81FB-4DE4-843F-9AF24F398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287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5A1158-A030-30FB-C93F-02B74D247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CA491-9AAA-D034-9C44-9BD6F630B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C2565-6B79-027A-5E54-0383F009D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93D53-8F28-47B0-8C38-281B46BFEC4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E0CAC-3B9B-9021-FAED-35A967574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2C271-5A0A-74F6-0398-CAC196C19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901B0-81FB-4DE4-843F-9AF24F398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258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amuel-precious-1b3109234/" TargetMode="External"/><Relationship Id="rId2" Type="http://schemas.openxmlformats.org/officeDocument/2006/relationships/hyperlink" Target="https://github.com/Sampresh22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3D0779-6870-5E96-AC5D-D96EB4AA6CD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8" y="1"/>
            <a:ext cx="12260565" cy="6951642"/>
          </a:xfrm>
          <a:prstGeom prst="rect">
            <a:avLst/>
          </a:prstGeom>
          <a:solidFill>
            <a:schemeClr val="accent6">
              <a:alpha val="10000"/>
            </a:schemeClr>
          </a:solidFill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9DC083-2D0A-819C-C73D-022C8A756B3C}"/>
              </a:ext>
            </a:extLst>
          </p:cNvPr>
          <p:cNvSpPr/>
          <p:nvPr/>
        </p:nvSpPr>
        <p:spPr>
          <a:xfrm>
            <a:off x="34258" y="113690"/>
            <a:ext cx="12157742" cy="1161051"/>
          </a:xfrm>
          <a:prstGeom prst="roundRect">
            <a:avLst/>
          </a:prstGeom>
          <a:solidFill>
            <a:srgbClr val="2F3E4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01382C-0653-EAC4-221B-F3EB187D0DBE}"/>
              </a:ext>
            </a:extLst>
          </p:cNvPr>
          <p:cNvSpPr txBox="1"/>
          <p:nvPr/>
        </p:nvSpPr>
        <p:spPr>
          <a:xfrm>
            <a:off x="-68565" y="159857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Superstore Sales Performance Dashboard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Sales – Profit – Customer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C613E7-1593-E321-603C-E118C2FDBD37}"/>
              </a:ext>
            </a:extLst>
          </p:cNvPr>
          <p:cNvSpPr txBox="1"/>
          <p:nvPr/>
        </p:nvSpPr>
        <p:spPr>
          <a:xfrm>
            <a:off x="85669" y="1620768"/>
            <a:ext cx="121577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2B2D4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Prepared by:</a:t>
            </a:r>
          </a:p>
          <a:p>
            <a:pPr algn="ctr"/>
            <a:r>
              <a:rPr lang="en-US" sz="3600" dirty="0">
                <a:solidFill>
                  <a:srgbClr val="2B2D4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Precious </a:t>
            </a:r>
            <a:r>
              <a:rPr lang="en-US" sz="3600" dirty="0" err="1">
                <a:solidFill>
                  <a:srgbClr val="2B2D4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Mmesoma</a:t>
            </a:r>
            <a:r>
              <a:rPr lang="en-US" sz="3600" dirty="0">
                <a:solidFill>
                  <a:srgbClr val="2B2D4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Samuel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FB0593-F0A9-2DAF-5978-5F30D769E348}"/>
              </a:ext>
            </a:extLst>
          </p:cNvPr>
          <p:cNvSpPr txBox="1"/>
          <p:nvPr/>
        </p:nvSpPr>
        <p:spPr>
          <a:xfrm>
            <a:off x="274162" y="3475822"/>
            <a:ext cx="121234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Data Visualization Internship Project</a:t>
            </a:r>
          </a:p>
          <a:p>
            <a:pPr algn="ctr"/>
            <a:r>
              <a:rPr lang="en-US" sz="36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AnalystLab</a:t>
            </a:r>
            <a:r>
              <a:rPr lang="en-US" sz="3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Africa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15578A-BC5D-AD14-A67C-62C65D123C9A}"/>
              </a:ext>
            </a:extLst>
          </p:cNvPr>
          <p:cNvSpPr txBox="1"/>
          <p:nvPr/>
        </p:nvSpPr>
        <p:spPr>
          <a:xfrm>
            <a:off x="85646" y="5469570"/>
            <a:ext cx="121063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Tools Used:</a:t>
            </a:r>
          </a:p>
          <a:p>
            <a:pPr algn="ctr"/>
            <a:r>
              <a:rPr lang="en-US" sz="3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Microsoft Power BI</a:t>
            </a:r>
          </a:p>
        </p:txBody>
      </p:sp>
    </p:spTree>
    <p:extLst>
      <p:ext uri="{BB962C8B-B14F-4D97-AF65-F5344CB8AC3E}">
        <p14:creationId xmlns:p14="http://schemas.microsoft.com/office/powerpoint/2010/main" val="2703140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9150AA-773B-D431-8D77-6AF32AC7E6C6}"/>
              </a:ext>
            </a:extLst>
          </p:cNvPr>
          <p:cNvSpPr txBox="1"/>
          <p:nvPr/>
        </p:nvSpPr>
        <p:spPr>
          <a:xfrm>
            <a:off x="0" y="237506"/>
            <a:ext cx="12192000" cy="646330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2B2D42"/>
              </a:solidFill>
            </a:endParaRPr>
          </a:p>
          <a:p>
            <a:pPr algn="just"/>
            <a:endParaRPr lang="en-US" sz="2000" b="1" dirty="0">
              <a:solidFill>
                <a:srgbClr val="2B2D4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US" sz="2000" b="1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Dataset:</a:t>
            </a:r>
          </a:p>
          <a:p>
            <a:pPr algn="just"/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Superstore Sales Dataset</a:t>
            </a:r>
          </a:p>
          <a:p>
            <a:pPr algn="just"/>
            <a:endParaRPr lang="en-US" sz="2000" dirty="0">
              <a:solidFill>
                <a:srgbClr val="2B2D4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US" sz="2000" b="1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Source:</a:t>
            </a:r>
          </a:p>
          <a:p>
            <a:pPr algn="just"/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Kaggle Superstore Dataset</a:t>
            </a:r>
          </a:p>
          <a:p>
            <a:pPr algn="just"/>
            <a:endParaRPr lang="en-US" sz="2000" dirty="0">
              <a:solidFill>
                <a:srgbClr val="2B2D4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US" sz="2000" b="1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Contains: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 transactions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Customer information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Product categories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Regions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Profits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Shipping details</a:t>
            </a:r>
          </a:p>
          <a:p>
            <a:pPr algn="just"/>
            <a:endParaRPr lang="en-US" sz="2000" dirty="0">
              <a:solidFill>
                <a:srgbClr val="2B2D4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US" sz="2000" b="1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Purpose: </a:t>
            </a:r>
          </a:p>
          <a:p>
            <a:pPr algn="just"/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analyze business performance and identify trends, profitable categories, customer behavior, and sales opportunity. </a:t>
            </a:r>
          </a:p>
          <a:p>
            <a:pPr algn="just"/>
            <a:endParaRPr lang="en-US" dirty="0">
              <a:solidFill>
                <a:srgbClr val="2B2D42"/>
              </a:solidFill>
            </a:endParaRPr>
          </a:p>
          <a:p>
            <a:endParaRPr lang="en-US" dirty="0">
              <a:solidFill>
                <a:srgbClr val="2B2D42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395B71B-33C2-8009-F691-BAF5A1D99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164004"/>
              </p:ext>
            </p:extLst>
          </p:nvPr>
        </p:nvGraphicFramePr>
        <p:xfrm>
          <a:off x="7400219" y="1750090"/>
          <a:ext cx="3925120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18354">
                  <a:extLst>
                    <a:ext uri="{9D8B030D-6E8A-4147-A177-3AD203B41FA5}">
                      <a16:colId xmlns:a16="http://schemas.microsoft.com/office/drawing/2014/main" val="1350284790"/>
                    </a:ext>
                  </a:extLst>
                </a:gridCol>
                <a:gridCol w="1806766">
                  <a:extLst>
                    <a:ext uri="{9D8B030D-6E8A-4147-A177-3AD203B41FA5}">
                      <a16:colId xmlns:a16="http://schemas.microsoft.com/office/drawing/2014/main" val="3530370133"/>
                    </a:ext>
                  </a:extLst>
                </a:gridCol>
              </a:tblGrid>
              <a:tr h="19594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2B2D4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2B2D4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715871"/>
                  </a:ext>
                </a:extLst>
              </a:tr>
              <a:tr h="195947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2B2D4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2B2D4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9,994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152745"/>
                  </a:ext>
                </a:extLst>
              </a:tr>
              <a:tr h="195947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2B2D4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2B2D4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246977"/>
                  </a:ext>
                </a:extLst>
              </a:tr>
              <a:tr h="195947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2B2D4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2B2D4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2014-2017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712802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81F5F18-DF39-1F77-5B61-7E1DB08A9511}"/>
              </a:ext>
            </a:extLst>
          </p:cNvPr>
          <p:cNvSpPr/>
          <p:nvPr/>
        </p:nvSpPr>
        <p:spPr>
          <a:xfrm>
            <a:off x="0" y="1"/>
            <a:ext cx="12192000" cy="716096"/>
          </a:xfrm>
          <a:prstGeom prst="roundRect">
            <a:avLst/>
          </a:prstGeom>
          <a:solidFill>
            <a:srgbClr val="2F3E4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0CAA30-E075-DA58-2DE6-2D7D5B6255E3}"/>
              </a:ext>
            </a:extLst>
          </p:cNvPr>
          <p:cNvSpPr txBox="1"/>
          <p:nvPr/>
        </p:nvSpPr>
        <p:spPr>
          <a:xfrm>
            <a:off x="2203374" y="30272"/>
            <a:ext cx="8273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DATASET OVERVIEW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429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5D63E20-0FDD-3148-71C5-E8C6F123DFE5}"/>
              </a:ext>
            </a:extLst>
          </p:cNvPr>
          <p:cNvSpPr/>
          <p:nvPr/>
        </p:nvSpPr>
        <p:spPr>
          <a:xfrm>
            <a:off x="76200" y="0"/>
            <a:ext cx="12115800" cy="1098927"/>
          </a:xfrm>
          <a:prstGeom prst="roundRect">
            <a:avLst/>
          </a:prstGeom>
          <a:solidFill>
            <a:srgbClr val="2F3E4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AA71B5-C5E5-9989-61F6-2B2ACB715F2E}"/>
              </a:ext>
            </a:extLst>
          </p:cNvPr>
          <p:cNvSpPr txBox="1"/>
          <p:nvPr/>
        </p:nvSpPr>
        <p:spPr>
          <a:xfrm>
            <a:off x="186369" y="238509"/>
            <a:ext cx="11929431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PROBLEM</a:t>
            </a:r>
          </a:p>
          <a:p>
            <a:br>
              <a:rPr lang="en-US" dirty="0"/>
            </a:b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Superstore business generates a high volume of sales transactions across multiple product categories, customer segments, and regions. However, the company lacks a centralized and interactive system to effectively monitor performance, identify profitable areas, and detect underperforming products or regions.</a:t>
            </a:r>
            <a:b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Without proper data visualization and analysis, decision-makers may struggle to:</a:t>
            </a:r>
            <a:b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* Track monthly sales and profit trends</a:t>
            </a:r>
            <a:b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* Identify top-performing customers and products</a:t>
            </a:r>
            <a:b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* Understand regional sales performance</a:t>
            </a:r>
            <a:b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* Detect low-profit or underperforming categories</a:t>
            </a:r>
            <a:b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* Make informed, data-driven business decisions</a:t>
            </a:r>
            <a:b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project aims to transform raw sales data into an interactive dashboard that provides clear business insights, supports strategic decision-making, and improves overall business performance through data storytelling and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1738285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FED30C-773C-EC27-E297-1886B8EF2C08}"/>
              </a:ext>
            </a:extLst>
          </p:cNvPr>
          <p:cNvSpPr/>
          <p:nvPr/>
        </p:nvSpPr>
        <p:spPr>
          <a:xfrm>
            <a:off x="1" y="0"/>
            <a:ext cx="12192000" cy="759473"/>
          </a:xfrm>
          <a:prstGeom prst="roundRect">
            <a:avLst/>
          </a:prstGeom>
          <a:solidFill>
            <a:srgbClr val="2F3E4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2D4987-0EBC-2B82-10AC-FB01478E1C4E}"/>
              </a:ext>
            </a:extLst>
          </p:cNvPr>
          <p:cNvSpPr txBox="1"/>
          <p:nvPr/>
        </p:nvSpPr>
        <p:spPr>
          <a:xfrm>
            <a:off x="1763223" y="0"/>
            <a:ext cx="8501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KPIs DEFINED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1DF7A94-32FD-CD9B-E2C7-BAFEC8C5A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627127"/>
              </p:ext>
            </p:extLst>
          </p:nvPr>
        </p:nvGraphicFramePr>
        <p:xfrm>
          <a:off x="2300777" y="1068636"/>
          <a:ext cx="8128000" cy="1981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8272348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94172425"/>
                    </a:ext>
                  </a:extLst>
                </a:gridCol>
              </a:tblGrid>
              <a:tr h="302711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2B2D4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2B2D4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802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2B2D4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Total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2B2D4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Overall revenue generated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967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2B2D4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Total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2B2D4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Net profit earned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125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2B2D4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Total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2B2D4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Number of customer orders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455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2B2D4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Profit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2B2D4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Profitability percentage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71962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259F323-6433-2C18-9E20-A814AA130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573" y="3150826"/>
            <a:ext cx="3822853" cy="345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056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A063A4-1F90-2A9F-21F2-2E0CB8AC8455}"/>
              </a:ext>
            </a:extLst>
          </p:cNvPr>
          <p:cNvSpPr/>
          <p:nvPr/>
        </p:nvSpPr>
        <p:spPr>
          <a:xfrm>
            <a:off x="0" y="0"/>
            <a:ext cx="12192000" cy="631371"/>
          </a:xfrm>
          <a:prstGeom prst="roundRect">
            <a:avLst/>
          </a:prstGeom>
          <a:solidFill>
            <a:srgbClr val="2F3E4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1A64D3-D532-E3C8-7948-1033196B2E90}"/>
              </a:ext>
            </a:extLst>
          </p:cNvPr>
          <p:cNvSpPr txBox="1"/>
          <p:nvPr/>
        </p:nvSpPr>
        <p:spPr>
          <a:xfrm>
            <a:off x="0" y="-5685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DASHBOARD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26BE64-9A6D-3491-E387-BDA395C3F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38" y="688227"/>
            <a:ext cx="11751324" cy="53159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07DF6B-FC54-B264-C978-3C5217829190}"/>
              </a:ext>
            </a:extLst>
          </p:cNvPr>
          <p:cNvSpPr txBox="1"/>
          <p:nvPr/>
        </p:nvSpPr>
        <p:spPr>
          <a:xfrm>
            <a:off x="0" y="6106886"/>
            <a:ext cx="12096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dashboard was designed to: monitor sales performance, analyze profitability, identify top customers, evaluate regional sales, track monthly trends.</a:t>
            </a:r>
          </a:p>
        </p:txBody>
      </p:sp>
    </p:spTree>
    <p:extLst>
      <p:ext uri="{BB962C8B-B14F-4D97-AF65-F5344CB8AC3E}">
        <p14:creationId xmlns:p14="http://schemas.microsoft.com/office/powerpoint/2010/main" val="4043568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7A88062-ADBC-17AC-5463-746D8753351C}"/>
              </a:ext>
            </a:extLst>
          </p:cNvPr>
          <p:cNvSpPr/>
          <p:nvPr/>
        </p:nvSpPr>
        <p:spPr>
          <a:xfrm>
            <a:off x="87086" y="76200"/>
            <a:ext cx="12104914" cy="674914"/>
          </a:xfrm>
          <a:prstGeom prst="roundRect">
            <a:avLst/>
          </a:prstGeom>
          <a:solidFill>
            <a:srgbClr val="2F3E4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7A179F-1FDF-5FBA-49BD-6D953CCD5940}"/>
              </a:ext>
            </a:extLst>
          </p:cNvPr>
          <p:cNvSpPr txBox="1"/>
          <p:nvPr/>
        </p:nvSpPr>
        <p:spPr>
          <a:xfrm>
            <a:off x="43543" y="76200"/>
            <a:ext cx="12104914" cy="6290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INSIGHTS</a:t>
            </a:r>
          </a:p>
          <a:p>
            <a:endParaRPr lang="en-US" dirty="0"/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Technology category generated the highest sales contribution.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East region recorded the highest profit performance.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November achieved the highest monthly sales.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California generated the highest sales across all states.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Sean Miller was the top-performing customer by sales.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Copiers generated the highest profit among all sub-categories.</a:t>
            </a:r>
          </a:p>
        </p:txBody>
      </p:sp>
    </p:spTree>
    <p:extLst>
      <p:ext uri="{BB962C8B-B14F-4D97-AF65-F5344CB8AC3E}">
        <p14:creationId xmlns:p14="http://schemas.microsoft.com/office/powerpoint/2010/main" val="1665524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AA30DA-DD7B-D8B9-C902-558D2E486E60}"/>
              </a:ext>
            </a:extLst>
          </p:cNvPr>
          <p:cNvSpPr/>
          <p:nvPr/>
        </p:nvSpPr>
        <p:spPr>
          <a:xfrm>
            <a:off x="-5443" y="-10887"/>
            <a:ext cx="12192000" cy="674915"/>
          </a:xfrm>
          <a:prstGeom prst="roundRect">
            <a:avLst/>
          </a:prstGeom>
          <a:solidFill>
            <a:srgbClr val="2F3E4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A8541F-3589-8EC0-050E-556FD943AB52}"/>
              </a:ext>
            </a:extLst>
          </p:cNvPr>
          <p:cNvSpPr txBox="1"/>
          <p:nvPr/>
        </p:nvSpPr>
        <p:spPr>
          <a:xfrm>
            <a:off x="5443" y="0"/>
            <a:ext cx="12192000" cy="5367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RECOMMENDATIONS</a:t>
            </a:r>
          </a:p>
          <a:p>
            <a:endParaRPr lang="en-US" dirty="0"/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Increase investment  in high-performing technology products.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Improve sales strategies in lower-performing regions.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Maintain inventory availability for profitable products like Copiers and Phones.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Prepare for high-demand months through seasonal planning.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Strengthen customer retention strategies for top customer.</a:t>
            </a:r>
          </a:p>
        </p:txBody>
      </p:sp>
    </p:spTree>
    <p:extLst>
      <p:ext uri="{BB962C8B-B14F-4D97-AF65-F5344CB8AC3E}">
        <p14:creationId xmlns:p14="http://schemas.microsoft.com/office/powerpoint/2010/main" val="2825341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8F097AC-C116-F252-DE7C-DDC8C93988ED}"/>
              </a:ext>
            </a:extLst>
          </p:cNvPr>
          <p:cNvSpPr/>
          <p:nvPr/>
        </p:nvSpPr>
        <p:spPr>
          <a:xfrm>
            <a:off x="0" y="0"/>
            <a:ext cx="12192000" cy="794657"/>
          </a:xfrm>
          <a:prstGeom prst="roundRect">
            <a:avLst/>
          </a:prstGeom>
          <a:solidFill>
            <a:srgbClr val="2F3E4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0FCB57-4C81-ED3A-C1DC-8F0D4937A061}"/>
              </a:ext>
            </a:extLst>
          </p:cNvPr>
          <p:cNvSpPr txBox="1"/>
          <p:nvPr/>
        </p:nvSpPr>
        <p:spPr>
          <a:xfrm>
            <a:off x="1" y="126039"/>
            <a:ext cx="12191999" cy="3905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CHALLENGES FACED AND CONCLUSION</a:t>
            </a:r>
          </a:p>
          <a:p>
            <a:endParaRPr lang="en-US" dirty="0"/>
          </a:p>
          <a:p>
            <a:pPr>
              <a:lnSpc>
                <a:spcPct val="200000"/>
              </a:lnSpc>
            </a:pPr>
            <a:r>
              <a:rPr lang="en-US" sz="2000" b="1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Challenges Faced: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Cleaning and organizing the dataset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Selecting the most appropriate visuals.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Maintaining a clean dashboard layout.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Ensuring visual consistency and readability.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139169-45FE-5837-D462-032207CAFE85}"/>
              </a:ext>
            </a:extLst>
          </p:cNvPr>
          <p:cNvSpPr txBox="1"/>
          <p:nvPr/>
        </p:nvSpPr>
        <p:spPr>
          <a:xfrm>
            <a:off x="99151" y="4157378"/>
            <a:ext cx="12092849" cy="2458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project successfully transformed raw sales data into a meaningful business insights through interactive visualizations and data storytelling. The dashboard helps stakeholders monitor performance, identify opportunities, and make data-driven decisions.</a:t>
            </a:r>
          </a:p>
        </p:txBody>
      </p:sp>
    </p:spTree>
    <p:extLst>
      <p:ext uri="{BB962C8B-B14F-4D97-AF65-F5344CB8AC3E}">
        <p14:creationId xmlns:p14="http://schemas.microsoft.com/office/powerpoint/2010/main" val="4087105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8B30CD-CB3B-FF9F-66CC-0CC9898BD621}"/>
              </a:ext>
            </a:extLst>
          </p:cNvPr>
          <p:cNvSpPr txBox="1"/>
          <p:nvPr/>
        </p:nvSpPr>
        <p:spPr>
          <a:xfrm>
            <a:off x="0" y="1120676"/>
            <a:ext cx="12192000" cy="46166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2B2D4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THANK YOU</a:t>
            </a:r>
          </a:p>
          <a:p>
            <a:endParaRPr lang="en-US" dirty="0">
              <a:solidFill>
                <a:srgbClr val="2B2D42"/>
              </a:solidFill>
            </a:endParaRPr>
          </a:p>
          <a:p>
            <a:pPr algn="ctr"/>
            <a:r>
              <a:rPr lang="en-US" sz="36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https://github.com/Sampresh22</a:t>
            </a:r>
            <a:endParaRPr lang="en-US" sz="3600" dirty="0">
              <a:solidFill>
                <a:srgbClr val="2B2D4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en-US" sz="3600" dirty="0">
              <a:solidFill>
                <a:srgbClr val="2B2D4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36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Samuel Precious | LinkedIn</a:t>
            </a:r>
            <a:endParaRPr lang="en-US" sz="3600" dirty="0">
              <a:solidFill>
                <a:srgbClr val="2B2D4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en-US" sz="3600" dirty="0">
              <a:solidFill>
                <a:srgbClr val="2B2D4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3600" dirty="0">
                <a:solidFill>
                  <a:srgbClr val="2B2D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preciousmmesoma56@gmail</a:t>
            </a:r>
            <a:r>
              <a:rPr lang="en-US" sz="3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.com</a:t>
            </a:r>
          </a:p>
        </p:txBody>
      </p:sp>
    </p:spTree>
    <p:extLst>
      <p:ext uri="{BB962C8B-B14F-4D97-AF65-F5344CB8AC3E}">
        <p14:creationId xmlns:p14="http://schemas.microsoft.com/office/powerpoint/2010/main" val="2054355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</TotalTime>
  <Words>447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 sam</dc:creator>
  <cp:lastModifiedBy>obi sam</cp:lastModifiedBy>
  <cp:revision>2</cp:revision>
  <dcterms:created xsi:type="dcterms:W3CDTF">2026-05-27T07:37:49Z</dcterms:created>
  <dcterms:modified xsi:type="dcterms:W3CDTF">2026-05-28T16:31:48Z</dcterms:modified>
</cp:coreProperties>
</file>